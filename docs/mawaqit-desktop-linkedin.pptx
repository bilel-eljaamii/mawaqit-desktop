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the phone is where focus goes to die. mawaqit-desktop moves the prayer clock to the machine you actually work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structural: prayer info and distraction live behind the same lock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the desktop is the only screen without an infinite scroll attached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Zero-friction onboarding is the point: keyless by design, works in under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v0.2.0 headline: each prayer is configured independently — modes, sound file, volume, and a single on-time reminder.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retention details — the app respects attention instead of demanding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slide: the absence of infrastructure is the privacy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~25 MB figure is the actual size of the Linux release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slide — invite the reader to recognize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CTA. Replace the repo URL with the public link before posting.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3" name="Shape 1"/>
          <p:cNvSpPr/>
          <p:nvPr/>
        </p:nvSpPr>
        <p:spPr>
          <a:xfrm>
            <a:off x="757855" y="524866"/>
            <a:ext cx="361737" cy="361737"/>
          </a:xfrm>
          <a:prstGeom prst="ellipse">
            <a:avLst/>
          </a:prstGeom>
          <a:solidFill>
            <a:srgbClr val="08090B"/>
          </a:solidFill>
          <a:ln/>
        </p:spPr>
      </p:sp>
      <p:sp>
        <p:nvSpPr>
          <p:cNvPr id="4" name="Text 2"/>
          <p:cNvSpPr/>
          <p:nvPr/>
        </p:nvSpPr>
        <p:spPr>
          <a:xfrm>
            <a:off x="1225296" y="6035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mawaqit-desktop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25296" y="932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 TIMES FOR PEOPLE WHO WORK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work.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670048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missed prayers.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82219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 times live in your desktop tray —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your phone can stay face-down.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&amp; open source   ·   Windows · macOS · Linux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38544" y="1609344"/>
            <a:ext cx="5193792" cy="3855748"/>
          </a:xfrm>
          <a:prstGeom prst="roundRect">
            <a:avLst>
              <a:gd name="adj" fmla="val 2134"/>
            </a:avLst>
          </a:prstGeom>
          <a:solidFill>
            <a:srgbClr val="16191D"/>
          </a:solidFill>
          <a:ln w="12700">
            <a:solidFill>
              <a:srgbClr val="2A2F3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0" descr="app-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5029200" cy="36911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38544" y="558396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times for your mosque — next prayer on countdown.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THE REAL COST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prayer reminder lives in the noisiest place you own.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75488" y="2258568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2140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glance becomes twenty minutes.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22960" y="252374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the next prayer time means picking up the phone — and the phone has other plans.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255264"/>
            <a:ext cx="6675120" cy="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3538728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015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 it, and the adhan is gone.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22960" y="380390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on Do Not Disturb swallows the one call that actually matters.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535424"/>
            <a:ext cx="6675120" cy="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4818888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817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pays the bill.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2960" y="50840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unlock is a context switch your deep work didn't ask for.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32520" y="1481328"/>
            <a:ext cx="2697480" cy="4617720"/>
          </a:xfrm>
          <a:prstGeom prst="roundRect">
            <a:avLst>
              <a:gd name="adj" fmla="val 7458"/>
            </a:avLst>
          </a:prstGeom>
          <a:solidFill>
            <a:srgbClr val="16191D"/>
          </a:solidFill>
          <a:ln w="15875">
            <a:solidFill>
              <a:srgbClr val="2A2F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61220" y="1627632"/>
            <a:ext cx="640080" cy="82296"/>
          </a:xfrm>
          <a:prstGeom prst="roundRect">
            <a:avLst>
              <a:gd name="adj" fmla="val 44444"/>
            </a:avLst>
          </a:prstGeom>
          <a:solidFill>
            <a:srgbClr val="2A2F35"/>
          </a:solidFill>
          <a:ln/>
        </p:spPr>
      </p:sp>
      <p:sp>
        <p:nvSpPr>
          <p:cNvPr id="17" name="Text 15"/>
          <p:cNvSpPr/>
          <p:nvPr/>
        </p:nvSpPr>
        <p:spPr>
          <a:xfrm>
            <a:off x="8732520" y="17922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33688" y="2231136"/>
            <a:ext cx="2295144" cy="457200"/>
          </a:xfrm>
          <a:prstGeom prst="roundRect">
            <a:avLst>
              <a:gd name="adj" fmla="val 20000"/>
            </a:avLst>
          </a:prstGeom>
          <a:solidFill>
            <a:srgbClr val="1E2227"/>
          </a:solidFill>
          <a:ln w="9525">
            <a:solidFill>
              <a:srgbClr val="2A2F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3416" y="224942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· 3 unread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3688" y="2798064"/>
            <a:ext cx="2295144" cy="457200"/>
          </a:xfrm>
          <a:prstGeom prst="roundRect">
            <a:avLst>
              <a:gd name="adj" fmla="val 20000"/>
            </a:avLst>
          </a:prstGeom>
          <a:solidFill>
            <a:srgbClr val="1E2227"/>
          </a:solidFill>
          <a:ln w="9525">
            <a:solidFill>
              <a:srgbClr val="2A2F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43416" y="2816352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· 12 new posts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33688" y="3364992"/>
            <a:ext cx="2295144" cy="457200"/>
          </a:xfrm>
          <a:prstGeom prst="roundRect">
            <a:avLst>
              <a:gd name="adj" fmla="val 20000"/>
            </a:avLst>
          </a:prstGeom>
          <a:solidFill>
            <a:srgbClr val="1E2227"/>
          </a:solidFill>
          <a:ln w="9525">
            <a:solidFill>
              <a:srgbClr val="2A2F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3416" y="3383280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· autoplay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33688" y="3931920"/>
            <a:ext cx="2295144" cy="457200"/>
          </a:xfrm>
          <a:prstGeom prst="roundRect">
            <a:avLst>
              <a:gd name="adj" fmla="val 20000"/>
            </a:avLst>
          </a:prstGeom>
          <a:solidFill>
            <a:srgbClr val="1E2227"/>
          </a:solidFill>
          <a:ln w="9525">
            <a:solidFill>
              <a:srgbClr val="2A2F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43416" y="3950208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· stories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33688" y="4626864"/>
            <a:ext cx="2295144" cy="457200"/>
          </a:xfrm>
          <a:prstGeom prst="roundRect">
            <a:avLst>
              <a:gd name="adj" fmla="val 20000"/>
            </a:avLst>
          </a:prstGeom>
          <a:solidFill>
            <a:srgbClr val="FFD05F"/>
          </a:solidFill>
          <a:ln/>
        </p:spPr>
      </p:sp>
      <p:sp>
        <p:nvSpPr>
          <p:cNvPr id="27" name="Text 25"/>
          <p:cNvSpPr/>
          <p:nvPr/>
        </p:nvSpPr>
        <p:spPr>
          <a:xfrm>
            <a:off x="9043416" y="4645152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Mawaqit — Fajr in 5 min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58200" y="62453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alert you need, drowned by the rest.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THE FIX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 times belong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work happens.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457200" y="34015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mawaqit-desktop sits in your system tray and calls the adhan at prayer time —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dock, no tab, no phone screen ever turned 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45352" y="40965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tray countdown — orange under 10 min, red under 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524744" y="4526280"/>
            <a:ext cx="0" cy="1170432"/>
          </a:xfrm>
          <a:prstGeom prst="line">
            <a:avLst/>
          </a:prstGeom>
          <a:noFill/>
          <a:ln w="15875">
            <a:solidFill>
              <a:srgbClr val="FFD0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38928"/>
            <a:ext cx="12188952" cy="1719072"/>
          </a:xfrm>
          <a:prstGeom prst="rect">
            <a:avLst/>
          </a:prstGeom>
          <a:solidFill>
            <a:srgbClr val="101317"/>
          </a:solidFill>
          <a:ln w="9525">
            <a:solidFill>
              <a:srgbClr val="2A2F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74243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" y="574243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/>
        </p:spPr>
      </p:sp>
      <p:sp>
        <p:nvSpPr>
          <p:cNvPr id="11" name="Shape 9"/>
          <p:cNvSpPr/>
          <p:nvPr/>
        </p:nvSpPr>
        <p:spPr>
          <a:xfrm>
            <a:off x="1453896" y="574243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9384" y="574243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04872" y="574243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9400032" y="5705856"/>
            <a:ext cx="402336" cy="40233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15" name="Shape 13"/>
          <p:cNvSpPr/>
          <p:nvPr/>
        </p:nvSpPr>
        <p:spPr>
          <a:xfrm>
            <a:off x="9512686" y="5665622"/>
            <a:ext cx="346009" cy="346009"/>
          </a:xfrm>
          <a:prstGeom prst="ellipse">
            <a:avLst/>
          </a:prstGeom>
          <a:solidFill>
            <a:srgbClr val="101317"/>
          </a:solidFill>
          <a:ln/>
        </p:spPr>
      </p:sp>
      <p:sp>
        <p:nvSpPr>
          <p:cNvPr id="16" name="Shape 14"/>
          <p:cNvSpPr/>
          <p:nvPr/>
        </p:nvSpPr>
        <p:spPr>
          <a:xfrm>
            <a:off x="9985248" y="5742432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2B2410"/>
          </a:solidFill>
          <a:ln w="12700">
            <a:solidFill>
              <a:srgbClr val="FFD0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85248" y="574243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28832" y="574243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23:25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00032" y="62727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tray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mosque search to adhan — in three steps.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603504" cy="603504"/>
          </a:xfrm>
          <a:prstGeom prst="ellipse">
            <a:avLst/>
          </a:prstGeom>
          <a:solidFill>
            <a:srgbClr val="2B2410"/>
          </a:solidFill>
          <a:ln w="19050">
            <a:solidFill>
              <a:srgbClr val="FFD0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mosque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search across the mawaqit.net mosque directory. No account, no API key, no setup wizard.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87368" y="2450592"/>
            <a:ext cx="384048" cy="0"/>
          </a:xfrm>
          <a:prstGeom prst="line">
            <a:avLst/>
          </a:prstGeom>
          <a:noFill/>
          <a:ln w="19050">
            <a:solidFill>
              <a:srgbClr val="FFD05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99432" y="2148840"/>
            <a:ext cx="603504" cy="603504"/>
          </a:xfrm>
          <a:prstGeom prst="ellipse">
            <a:avLst/>
          </a:prstGeom>
          <a:solidFill>
            <a:srgbClr val="2B2410"/>
          </a:solidFill>
          <a:ln w="19050">
            <a:solidFill>
              <a:srgbClr val="FFD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9432" y="3017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tray learns the times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99432" y="37947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schedule lands in the tray with a live countdown to the next prayer — iqama included if you want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09560" y="2450592"/>
            <a:ext cx="384048" cy="0"/>
          </a:xfrm>
          <a:prstGeom prst="line">
            <a:avLst/>
          </a:prstGeom>
          <a:noFill/>
          <a:ln w="19050">
            <a:solidFill>
              <a:srgbClr val="FFD05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21624" y="2148840"/>
            <a:ext cx="603504" cy="603504"/>
          </a:xfrm>
          <a:prstGeom prst="ellipse">
            <a:avLst/>
          </a:prstGeom>
          <a:solidFill>
            <a:srgbClr val="2B2410"/>
          </a:solidFill>
          <a:ln w="19050">
            <a:solidFill>
              <a:srgbClr val="FFD0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21624" y="3017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called to prayer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21624" y="37947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prayer time you get a desktop notification and the adhan — or a quiet heads-up, your choice per prayer.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refresh automatically every day — DST, calendar layouts and iqama offsets handled.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PER-PRAYER CONTROL  ·  V0.2.0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prayer, its own rules.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75488" y="1975104"/>
            <a:ext cx="118872" cy="118872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470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 per prayer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231136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for a quiet popup, Default for a standard one, Adhan for the full call — independently per prayer.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3090672"/>
            <a:ext cx="118872" cy="118872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96265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sound, your volume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3346704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built-in athan or any mp3/wav on your disk, with per-prayer volume from 0 to 100.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4206240"/>
            <a:ext cx="118872" cy="118872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07822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heads-up, on time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" y="4462272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before 1–30 minutes — exactly one reminder, never a countdown spam.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" y="5321808"/>
            <a:ext cx="118872" cy="118872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51937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Shurouq &amp; bulk edit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4672" y="557784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pre-sunrise reminder, and one click to apply a prayer's settings to all five.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3611880" cy="4663440"/>
          </a:xfrm>
          <a:prstGeom prst="roundRect">
            <a:avLst>
              <a:gd name="adj" fmla="val 3544"/>
            </a:avLst>
          </a:prstGeom>
          <a:solidFill>
            <a:srgbClr val="16191D"/>
          </a:solidFill>
          <a:ln w="15875">
            <a:solidFill>
              <a:srgbClr val="2A2F3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92440" y="15819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 Notifications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93608" y="1947672"/>
            <a:ext cx="618134" cy="292608"/>
          </a:xfrm>
          <a:prstGeom prst="roundRect">
            <a:avLst>
              <a:gd name="adj" fmla="val 50000"/>
            </a:avLst>
          </a:prstGeom>
          <a:solidFill>
            <a:srgbClr val="FFD05F"/>
          </a:solidFill>
          <a:ln/>
        </p:spPr>
      </p:sp>
      <p:sp>
        <p:nvSpPr>
          <p:cNvPr id="19" name="Text 17"/>
          <p:cNvSpPr/>
          <p:nvPr/>
        </p:nvSpPr>
        <p:spPr>
          <a:xfrm>
            <a:off x="8293608" y="1947672"/>
            <a:ext cx="618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Fajr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03182" y="194767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Dhuhr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25558" y="1947672"/>
            <a:ext cx="6053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422331" y="1947672"/>
            <a:ext cx="6565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Maghrib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170310" y="1947672"/>
            <a:ext cx="618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84464" y="2386584"/>
            <a:ext cx="1033272" cy="713232"/>
          </a:xfrm>
          <a:prstGeom prst="roundRect">
            <a:avLst>
              <a:gd name="adj" fmla="val 11538"/>
            </a:avLst>
          </a:prstGeom>
          <a:solidFill>
            <a:srgbClr val="1E2227"/>
          </a:solidFill>
          <a:ln w="9525">
            <a:solidFill>
              <a:srgbClr val="2A2F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7092" y="2532888"/>
            <a:ext cx="128016" cy="128016"/>
          </a:xfrm>
          <a:prstGeom prst="ellipse">
            <a:avLst/>
          </a:prstGeom>
          <a:solidFill>
            <a:srgbClr val="A6ABB2"/>
          </a:solidFill>
          <a:ln/>
        </p:spPr>
      </p:sp>
      <p:sp>
        <p:nvSpPr>
          <p:cNvPr id="26" name="Text 24"/>
          <p:cNvSpPr/>
          <p:nvPr/>
        </p:nvSpPr>
        <p:spPr>
          <a:xfrm>
            <a:off x="8284464" y="273405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09176" y="2386584"/>
            <a:ext cx="1033272" cy="713232"/>
          </a:xfrm>
          <a:prstGeom prst="roundRect">
            <a:avLst>
              <a:gd name="adj" fmla="val 11538"/>
            </a:avLst>
          </a:prstGeom>
          <a:solidFill>
            <a:srgbClr val="1E2227"/>
          </a:solidFill>
          <a:ln w="9525">
            <a:solidFill>
              <a:srgbClr val="2A2F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61804" y="2532888"/>
            <a:ext cx="128016" cy="128016"/>
          </a:xfrm>
          <a:prstGeom prst="ellipse">
            <a:avLst/>
          </a:prstGeom>
          <a:solidFill>
            <a:srgbClr val="A6ABB2"/>
          </a:solidFill>
          <a:ln/>
        </p:spPr>
      </p:sp>
      <p:sp>
        <p:nvSpPr>
          <p:cNvPr id="29" name="Text 27"/>
          <p:cNvSpPr/>
          <p:nvPr/>
        </p:nvSpPr>
        <p:spPr>
          <a:xfrm>
            <a:off x="9409176" y="273405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33888" y="2386584"/>
            <a:ext cx="1033272" cy="713232"/>
          </a:xfrm>
          <a:prstGeom prst="roundRect">
            <a:avLst>
              <a:gd name="adj" fmla="val 11538"/>
            </a:avLst>
          </a:prstGeom>
          <a:solidFill>
            <a:srgbClr val="2B2410"/>
          </a:solidFill>
          <a:ln w="19050">
            <a:solidFill>
              <a:srgbClr val="FFD0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86516" y="2532888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32" name="Text 30"/>
          <p:cNvSpPr/>
          <p:nvPr/>
        </p:nvSpPr>
        <p:spPr>
          <a:xfrm>
            <a:off x="10533888" y="273405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Adhan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93608" y="3300984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  built-in athan  ·  volume 40%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93608" y="3721608"/>
            <a:ext cx="3209544" cy="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93608" y="3904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before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789920" y="3913632"/>
            <a:ext cx="292608" cy="292608"/>
          </a:xfrm>
          <a:prstGeom prst="ellipse">
            <a:avLst/>
          </a:prstGeom>
          <a:solidFill>
            <a:srgbClr val="1E2227"/>
          </a:solidFill>
          <a:ln w="9525">
            <a:solidFill>
              <a:srgbClr val="2A2F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65208" y="38862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1173968" y="3913632"/>
            <a:ext cx="292608" cy="292608"/>
          </a:xfrm>
          <a:prstGeom prst="ellipse">
            <a:avLst/>
          </a:prstGeom>
          <a:solidFill>
            <a:srgbClr val="1E2227"/>
          </a:solidFill>
          <a:ln w="9525">
            <a:solidFill>
              <a:srgbClr val="2A2F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73968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93608" y="4727448"/>
            <a:ext cx="3209544" cy="475488"/>
          </a:xfrm>
          <a:prstGeom prst="roundRect">
            <a:avLst>
              <a:gd name="adj" fmla="val 50000"/>
            </a:avLst>
          </a:prstGeom>
          <a:solidFill>
            <a:srgbClr val="FFD05F"/>
          </a:solidFill>
          <a:ln/>
        </p:spPr>
      </p:sp>
      <p:sp>
        <p:nvSpPr>
          <p:cNvPr id="42" name="Text 40"/>
          <p:cNvSpPr/>
          <p:nvPr/>
        </p:nvSpPr>
        <p:spPr>
          <a:xfrm>
            <a:off x="8293608" y="4727448"/>
            <a:ext cx="3209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this for every prayer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909560" y="620877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notifications panel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EVERYDAY DETAILS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things that make it stick.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98424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>
            <a:solidFill>
              <a:srgbClr val="FFD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2103120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911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 tray icon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24128" y="229514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badge shifts green, orange, red as the next prayer approaches.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98424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>
            <a:solidFill>
              <a:srgbClr val="FFD0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2103120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10" name="Text 8"/>
          <p:cNvSpPr/>
          <p:nvPr/>
        </p:nvSpPr>
        <p:spPr>
          <a:xfrm>
            <a:off x="7013448" y="1911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calendar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13448" y="229514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adhan &amp; iqama table for the month, today highlighted.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>
            <a:solidFill>
              <a:srgbClr val="FFD0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3520440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3284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Iqama alerts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24128" y="371246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optional heads-up when each iqama starts.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40156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>
            <a:solidFill>
              <a:srgbClr val="FFD0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3520440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18" name="Text 16"/>
          <p:cNvSpPr/>
          <p:nvPr/>
        </p:nvSpPr>
        <p:spPr>
          <a:xfrm>
            <a:off x="7013448" y="33284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at login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013448" y="371246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 minimized to the tray — it never opens itself in your way.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1888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>
            <a:solidFill>
              <a:srgbClr val="FFD0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" y="4937760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7457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Shurouq reminder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24128" y="51297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notification before sunrise, for those who fast.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81888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>
            <a:solidFill>
              <a:srgbClr val="FFD0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5392" y="4937760"/>
            <a:ext cx="128016" cy="128016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26" name="Text 24"/>
          <p:cNvSpPr/>
          <p:nvPr/>
        </p:nvSpPr>
        <p:spPr>
          <a:xfrm>
            <a:off x="7013448" y="47457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athan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013448" y="51297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notification or the tray item to silence it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PRIVACY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sign up for. Nothing tracking you.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88720" y="21488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18872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21488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84632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0" y="21488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850392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&amp; trackers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920240" y="4434840"/>
            <a:ext cx="8321040" cy="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709160"/>
            <a:ext cx="9262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Keyless access to public mosque data. Your settings live in a local file —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leaves your machine, and there is no server of ours to leak.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EVERYWHERE YOU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on your machine.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 MB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footprint. Built with Tauri 2 and Rust —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Electron. It starts at login and you never notice it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it's time to pray.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675120" y="25328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 &amp; NSIS installers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75120" y="3035808"/>
            <a:ext cx="4846320" cy="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0" y="36758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&amp; Apple Silicon (universal)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4178808"/>
            <a:ext cx="4846320" cy="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4389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75120" y="48188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 · rpm · AppImage · Raspberry Pi 5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75120" y="5623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tray behavior on every platform — autostart, notifications, adhan playback.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WHO IT'S FOR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people who leave the phone in another room.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146304" cy="146304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606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workers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flow state without losing the prayer clock — no unlocks, no feeds, no rabbit holes.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15384" y="2286000"/>
            <a:ext cx="0" cy="265176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99432" y="2286000"/>
            <a:ext cx="146304" cy="146304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9" name="Text 7"/>
          <p:cNvSpPr/>
          <p:nvPr/>
        </p:nvSpPr>
        <p:spPr>
          <a:xfrm>
            <a:off x="4599432" y="2606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workers &amp; devs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99432" y="34747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you already stare at becomes the one that calls you to prayer.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37576" y="2286000"/>
            <a:ext cx="0" cy="2651760"/>
          </a:xfrm>
          <a:prstGeom prst="line">
            <a:avLst/>
          </a:prstGeom>
          <a:noFill/>
          <a:ln w="9525">
            <a:solidFill>
              <a:srgbClr val="2A2F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21624" y="2286000"/>
            <a:ext cx="146304" cy="146304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13" name="Text 11"/>
          <p:cNvSpPr/>
          <p:nvPr/>
        </p:nvSpPr>
        <p:spPr>
          <a:xfrm>
            <a:off x="8421624" y="2606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21624" y="34747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study sessions that respect salah — reminders arrive, reels don't.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phone stays in another room, your prayer times shouldn't live on it.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4436" y="1051560"/>
            <a:ext cx="640080" cy="640080"/>
          </a:xfrm>
          <a:prstGeom prst="ellipse">
            <a:avLst/>
          </a:prstGeom>
          <a:solidFill>
            <a:srgbClr val="FFD05F"/>
          </a:solidFill>
          <a:ln/>
        </p:spPr>
      </p:sp>
      <p:sp>
        <p:nvSpPr>
          <p:cNvPr id="3" name="Shape 1"/>
          <p:cNvSpPr/>
          <p:nvPr/>
        </p:nvSpPr>
        <p:spPr>
          <a:xfrm>
            <a:off x="5953658" y="987552"/>
            <a:ext cx="550469" cy="550469"/>
          </a:xfrm>
          <a:prstGeom prst="ellipse">
            <a:avLst/>
          </a:prstGeom>
          <a:solidFill>
            <a:srgbClr val="0809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phone down.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prayer.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mawaqit-desktop  ·  free &amp; open source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983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 ·  macOS  ·  Linux  ·  Raspberry Pi 5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github.com/&lt;your-handle&gt;/mawaqit-desktop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mawaqit-desktop — Deep work. Zero missed prayers.</dc:title>
  <dc:subject>PptxGenJS Presentation</dc:subject>
  <dc:creator>Bilel Eljaamii</dc:creator>
  <cp:lastModifiedBy>Bilel Eljaamii</cp:lastModifiedBy>
  <cp:revision>1</cp:revision>
  <dcterms:created xsi:type="dcterms:W3CDTF">2026-09-29T22:45:12Z</dcterms:created>
  <dcterms:modified xsi:type="dcterms:W3CDTF">2026-09-29T22:45:12Z</dcterms:modified>
</cp:coreProperties>
</file>